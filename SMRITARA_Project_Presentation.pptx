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285443"/>
                </a:solidFill>
              </a:defRPr>
            </a:pPr>
            <a:r>
              <a:t>SMRITARA</a:t>
            </a:r>
          </a:p>
          <a:p>
            <a:pPr>
              <a:spcAft>
                <a:spcPts val="1400"/>
              </a:spcAft>
              <a:defRPr sz="2200" b="1">
                <a:solidFill>
                  <a:srgbClr val="1C221E"/>
                </a:solidFill>
              </a:defRPr>
            </a:pPr>
            <a:r>
              <a:t>Personal Growth and Cognitive Wellness Platform</a:t>
            </a:r>
          </a:p>
          <a:p>
            <a:pPr>
              <a:spcAft>
                <a:spcPts val="2800"/>
              </a:spcAft>
              <a:defRPr sz="1400">
                <a:solidFill>
                  <a:srgbClr val="727F77"/>
                </a:solidFill>
              </a:defRPr>
            </a:pPr>
            <a:r>
              <a:t>Integrating Circadian Alertness, Mnemonic Memory Gym, Cultural Literature Recitation, Synchronized Breathwork, and Grounded AI Coaching.</a:t>
            </a:r>
          </a:p>
          <a:p>
            <a:pPr>
              <a:defRPr sz="1100" b="1">
                <a:solidFill>
                  <a:srgbClr val="1E7065"/>
                </a:solidFill>
              </a:defRPr>
            </a:pPr>
            <a:r>
              <a:t>Architecture &amp; Production Release 3.1  |  Supabase Cloud + Google Gemini  |  Pair-Programming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Problem Statement: Digital Fragmentation &amp; Shallow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Attention &amp; Memory Decay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Continuous digital context-switching impairs working-memory retention and cognitive stamina.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Mnemonic recall techniques (associative chunking, visual loci) are rarely practiced in daily life.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Superficial screen consumption replaces deep reflective contemplation.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Tool Fragmentation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Users juggle isolated apps: one for habits, one for meditation, another for games, none integrated.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No unified feedback loop connecting sleep habits to next-day focus or recall efficiency.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Cultural literature &amp; linguistic heritage are disconnected from modern wellness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8019"/>
                </a:solidFill>
              </a:defRPr>
            </a:pPr>
            <a:r>
              <a:t>Superficial Metrics &amp; AI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Punitive streaks and aggressive gamification induce guilt rather than sustainable self-discipline.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Generic chatbot apps hallucinate facts or make unwarranted clinical diagnostic claims.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Aggressive cloud telemetry compromises personal reflection and sleep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Why It Matters: Bridging Timeless Practice &amp; Modern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The Value of Ancient Cognitive Culture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Classical Sanskrit shlokas and Telugu metered verses (Vemana, Sumati) were designed as mnemonic cognitive anchors.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Auditory cadence, rhythmic recitation, and passage recall exercise executive function naturally.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Restoring these traditions into contemporary software makes cultural heritage vibrant and accessible.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Promotes cross-generational mindfulness and linguistic appreciation.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The Need for Ethical Personal Growth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Students and knowledge workers need holistic self-cultivation without invasive surveillance.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Factual, evidence-grounded reflection: Separating observed habits from hypotheses.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Honest wellness pacing: Flexible 5-, 7-, or 10-minute micro-sessions tailored to busy schedules.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Zero medical overreach: Clear distinction between self-regulation and clinical medical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The Proposed Solution: SMRITARA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1. Body Clock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Circadian chronotypes (Bear, Lion, Wolf, Dolphin).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Adaptive peak focus and alertness scheduling.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Harmonized wind-down and sleep hygiene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2. Smriti Veda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Cognitive Memory Gym (Matrix, Sequence, Pairs).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Classical literature with audible recitations.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Passage recall and missing-word mastery drills.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8019"/>
                </a:solidFill>
              </a:defRPr>
            </a:pPr>
            <a:r>
              <a:t>3. Mind Studio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8 guided breathing &amp; meditation procedures.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Synchronized visual &amp; resonant audio cues.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Gentle safety disclosures and silent modes.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4. Grounded AI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AI Life Coach powered by Google Gemini.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Grounded strictly in stored user sessions.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Interactive 1-click routine proposal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Core Features: Complete Feature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Cognitive Memory Gym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Interactive drills: Sequence recall, 2D matrix memory, card pairs.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Real-time accuracy scoring, attempt auditing, and difficulty scaling.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Audible Cultural Library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Classical Sanskrit shlokas, Telugu poetry, and English Stoic passages.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Audible speech recitations with speed controls (0.85x, 1.0x, 1.2x).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8019"/>
                </a:solidFill>
              </a:defRPr>
            </a:pPr>
            <a:r>
              <a:t>Mindfulness &amp; Breathwork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8 procedures: Box, Slow Balanced, Metta, Body Scan, Grounding, Silent.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Synchronized phase chime cues with on-screen mute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1,020+ Daily Wisdom Tips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Massive curated dataset across 10 ethical philosophy categories.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Rotating wisdom of the day with bookmarking and cloud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System Architecture: Secure Full-Stack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React 19 + TypeScript + Vite 8.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Vanilla CSS Design System with warm ivory aesthetic (#FAF9F6).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Responsive sidebar &amp; view routing across 8 modules.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Web Speech API for multilingual voice input (EN, HI, TE).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Web Audio API for resonant synthesized frequency cues.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Serverless API &amp; AI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Vercel Edge Serverless Function (/api/coach).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Vite development proxy middleware for local execution.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Server-side GEMINI_API_KEY protection (zero client exposure).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Fast model routing: gemini-3.5-flash-lite (&lt;1.0s latency).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Resilient model fallback array and schema parsing.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Cloud Auth &amp; Database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Supabase Auth: Email/password registration, login, password reset.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PostgreSQL schema with 5 relational core tables.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Row Level Security (RLS) enforcing strict user-data isolation.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Cross-device sync and automatic offline/demo fallback.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1-click guest to authenticated data migration.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AI Life Coach: Grounded Synthesis &amp;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Grounded Data Ingestion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User Context Injection: Incorporates chronotype, sleep targets, logged habits, and drill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Multi-Turn Context: Remembers user constraints (e.g. 'I only have 10 minutes today') across conversations.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No Hallucinations: Prompt explicitly instructs the model to state facts only from stored records.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Practical Guidance: Suggests micro-routines, breathing pauses, and memory recall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Safety Guardrails &amp; Usability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Medical Disclaimer: Clear notice that suggestions are for self-cultivation, not clinical diagnosis.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Interactive Actions: Generates structured [ACTION] JSON blocks for 1-click routine approvals.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Audio Read-Aloud: Text-to-speech option on every coach message.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Copy &amp; Retry Actions: 1-click response copying and graceful retry handling on error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Progress &amp; Privacy: Ethical Measurement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Factual Progress Comparisons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Transparent comparative logic: 'Recalled 8 items today, compared with 6 on Oct 24 (+2)'.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Duration benchmarking: 'Completed 5 minutes of box breathing, matching your previous session'.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Baseline establishment notice on first recorded attempt.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Zero misleading health claims or medical cognitive improvements.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Account Isolation &amp; Data Portability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Supabase Row Level Security (RLS) ensures zero data leakage between distinct accounts.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Demo Sandbox separation: Guest and demo sessions stay strictly isolated from registered accounts.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Complete JSON Backup: Export and import complete personal logs, habits, and schedules at any time.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Confidentiality: Practice records stored with strict authorization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Live Demo Walkthrough: 8-Step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Demonstration Sequence (Part 1)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1. Welcome View: Brand identity, warm ivory light theme, and 4 pillars overview.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2. Auth Modal: Real registration, login, password recovery, or 1-click Demo Sandbox.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3. Personalized Dashboard: Practice pacing (5/7/10 mins), daily wisdom tip, and suggested routines.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4. Cognitive Memory Gym: Complete interactive sequence/matrix drill and generate verified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8019"/>
                </a:solidFill>
              </a:defRPr>
            </a:pPr>
            <a:r>
              <a:t>Demonstration Sequence (Part 2)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5. Cultural Library: Audible recitation of Sanskrit shlokas and Telugu verses with speed controls.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6. Mindfulness Studio: Box breathing with synchronized audio chimes and mute toggle.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7. AI Life Coach: Ask real questions via keyboard or voice microphone, receive grounded Gemini answers.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8. Progress Audit: View verified session log, factual comparison against baseline, and milestones.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Testing &amp; Acceptance Results: 100% Pass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E2E Automated Suite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21 comprehensive Puppeteer browser tests executed.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100% pass rate (21/21 passed, 0 failed).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Verified light theme, buttons, SVG brand mark, audio transitions, and voice input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7065"/>
                </a:solidFill>
              </a:defRPr>
            </a:pPr>
            <a:r>
              <a:t>Live AI Coach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3/3 live questions verified via server proxy (/api/coach).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Sub-second response time with gemini-3.5-flash-lite.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Dual payload parsing: handles both raw candidates and formatted reply.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Graceful retry and error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Security &amp; Build Audit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TypeScript compilation: tsc -b passed with zero errors.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Vite production build: dist assets bundled in 1.88s.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Bundle audit: 0 leaked secrets or VITE_ keys in client JS.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PostgreSQL RLS policies enabled on all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5C3C"/>
                </a:solidFill>
              </a:defRPr>
            </a:pPr>
            <a:r>
              <a:t>Current Prototype Constraints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Speech Recognition: Dependent on browser Web Speech API (best in Chrome/Edge).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Network Dependency: AI Life Coach requires active connection to server proxy.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Web Application: Responsive across desktop and tablet; native iOS/Android wrappers not yet packaged.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Audio Recitations: Utilizes browser speech synthesis engine where licensed studio recordings are unavailable.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85443"/>
                </a:solidFill>
              </a:defRPr>
            </a:pPr>
            <a:r>
              <a:t>Future Planned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Native Mobile Apps: React Native / Capacitor packaging with offline local audio caching.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Expanded Literary Catalog: Adding Kannada, Tamil, and Bengali philosophical poetry collections.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Local On-Device LLM: Integrating WebLLM for private, offline AI coaching without server requests.</a:t>
            </a:r>
          </a:p>
          <a:p>
            <a:pPr>
              <a:spcAft>
                <a:spcPts val="600"/>
              </a:spcAft>
              <a:defRPr sz="1200">
                <a:solidFill>
                  <a:srgbClr val="1C221E"/>
                </a:solidFill>
              </a:defRPr>
            </a:pPr>
            <a:r>
              <a:t>• Biometric Sync: Optional opt-in sync with smart wearables (Apple HealthKit, Google Fit).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417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5443"/>
                </a:solidFill>
              </a:defRPr>
            </a:pPr>
            <a:r>
              <a:t>SMRITARA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21E"/>
                </a:solidFill>
              </a:defRPr>
            </a:pPr>
            <a:r>
              <a:t>Conclusion: SMRITARA 3.1 Prototype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9713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85443"/>
                </a:solidFill>
              </a:defRPr>
            </a:pPr>
            <a:r>
              <a:t>A Working, Secure, Deployable Cognitive Wellness Platform</a:t>
            </a:r>
          </a:p>
          <a:p>
            <a:pPr>
              <a:spcAft>
                <a:spcPts val="2000"/>
              </a:spcAft>
              <a:defRPr sz="1400">
                <a:solidFill>
                  <a:srgbClr val="1C221E"/>
                </a:solidFill>
              </a:defRPr>
            </a:pPr>
            <a:r>
              <a:t>• AI Life Coach is Fully Repaired: Live, sub-second Gemini responses via secure server-side proxy with zero leaked secrets.</a:t>
            </a:r>
            <a:br/>
            <a:r>
              <a:t>• Cloud Persistence &amp; Authentication: Supabase Auth + PostgreSQL with Row Level Security for cross-browser, multi-device reliability.</a:t>
            </a:r>
            <a:br/>
            <a:r>
              <a:t>• Audible Smriti Veda &amp; Mind Studio: Honest audio classifications, speed pacing, synchronized breathwork chimes, and multilingual voice.</a:t>
            </a:r>
            <a:br/>
            <a:r>
              <a:t>• Ethical Progress Engine: Factual comparative baselines, verified session audit logs, and full JSON data portability.</a:t>
            </a:r>
          </a:p>
          <a:p>
            <a:pPr>
              <a:defRPr sz="1500" b="1">
                <a:solidFill>
                  <a:srgbClr val="1E7065"/>
                </a:solidFill>
              </a:defRPr>
            </a:pPr>
            <a:r>
              <a:t>Thank you! SMRITARA is ready for live demonstration and evaluator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